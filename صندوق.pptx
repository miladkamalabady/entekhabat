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1" r:id="rId16"/>
    <p:sldId id="270" r:id="rId17"/>
    <p:sldId id="272" r:id="rId18"/>
    <p:sldId id="273" r:id="rId19"/>
    <p:sldId id="274" r:id="rId20"/>
    <p:sldId id="278" r:id="rId21"/>
    <p:sldId id="275" r:id="rId22"/>
    <p:sldId id="277" r:id="rId23"/>
    <p:sldId id="276" r:id="rId24"/>
    <p:sldId id="279" r:id="rId25"/>
    <p:sldId id="281" r:id="rId26"/>
    <p:sldId id="280" r:id="rId27"/>
    <p:sldId id="282" r:id="rId28"/>
    <p:sldId id="284" r:id="rId29"/>
    <p:sldId id="283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1933-3AFD-A6A9-6E38-93CF00DBD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07252-2EE4-35EB-6914-63E305A14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58415-138E-198E-0122-9DD5AD75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1D051-76A3-8991-6AE4-D51D0FB3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F5C28-7E9A-BE2D-EF27-D76FEE07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7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E48C-1429-E9EF-FFEF-38C0B923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265C-7295-C282-6EE3-36A93DCF2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34E7C-A9E8-DFE8-59E1-B7D69287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A4BE-5697-C86F-84BE-EF6E645EB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D1C3F-B658-8E80-8681-51D7CE60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4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82F5-B3DF-F11B-E50D-849546903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D368-1C46-895C-65F6-BD75A5734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959EB-2D1C-38FE-1A2B-56A64B71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2449-679E-777F-E9F8-6C470CD2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78677-F791-A2FD-2C25-35C97C7E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8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143B-EEEF-2828-75A6-89DB9138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5731A-3A18-19D6-6988-8E0F75153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FF6B1-57A9-24CA-8ABA-4477FA132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E002D-A35A-04C3-3D1F-C2202994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3278F-B2DB-DED4-49A2-B208E93A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9DF97-F590-7A5D-F7B0-CA3B0094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3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BAEF-9279-83F5-389C-E5505973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DA1E6-EF11-C5CC-DDFA-09CD7039B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A5B36-9ACB-95EE-8746-0A9ECFFFC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EB2692-062F-AA2D-702A-1EC222A0A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2A9653-40DE-4EE5-F878-942601C5D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D8197F-92F6-BDCA-502F-683321C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AAB235-6B57-C970-2ADC-86055383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7DC6D-6573-7AF8-D75B-11DB0D9C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8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4F37-E60D-4F6B-6CFE-10257A37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E0EAF-A051-9AB0-826C-CC67EDC6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C85F8-9DE5-1C56-0677-A4026973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B1F5C-CBD2-B21F-9373-10A5C738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4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BEA054-F1CF-8496-6645-16173BB08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12BE4-8881-C821-011A-7233854A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9A77D-C7D3-E7F1-EE39-7B1A69F0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29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111E-F186-9C72-730A-754DD7CC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3151-9D0B-7454-2A90-A5460F26D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B0155-AA7D-146A-22FE-924490B9D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AB5EC-A11E-DFE6-2A10-9F7FC319F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A101F-70D6-FC95-A624-F0190AD5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D6549-C4BF-80D4-DEAF-7B0D1ED0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5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12ACC-49E0-DDBB-0959-93F39F53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69BFA0-0B97-1597-7E36-66AD979CF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CE10A-0522-7AE0-9326-427C1A6EE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A0488-E34C-0785-4D16-EF10D385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D1612-C25C-9BB5-4DCB-5D1FFA30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90421-7003-A07C-A6A4-EC953AE2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93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778E-FE91-3BAD-2527-B376B034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FB1A6-2DAC-D69E-61E0-6313D2521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CB7D5-890E-10F3-4915-77A9F90D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C1768-9566-1708-775B-546D2A8A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C534-2C04-6DB4-0C42-DB1E7059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06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6555C-F521-CA56-DAC6-3A5FB87FC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0867C-2FF6-DFEA-797D-466A37418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1B5F3-5BD5-4348-8010-C1DCE03C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55F91-BFA8-64C5-9DC7-A33A4AA3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8D6ED-0779-5CD1-C75D-45C13B42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5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FEAA9-BB29-2CCB-D2E7-418D00108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6502A-F6D7-3BED-3F51-C965BA288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0AA9A-71F0-3629-41EF-2327DA3E8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6208BB-A075-4CB4-9745-48540F3CA7D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30BCB-FA12-797D-8E0C-B8B19E32F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77286-56CD-C8FA-65B9-6086AFDE1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70F11-4910-4B75-AA52-B9E3443B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6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03C66D-BEE5-BE2D-7B36-1A9D326C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126"/>
            <a:ext cx="12192000" cy="585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24DF4-E2DB-4DF8-A598-10B4C5D4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038"/>
            <a:ext cx="12192000" cy="563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28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9507F-A9C1-8F29-4D57-F0F095CAB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901"/>
            <a:ext cx="12192000" cy="552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14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7D3CC-B1DA-F999-AC3B-70D6203C3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34"/>
            <a:ext cx="12192000" cy="588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2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667780-A6D5-F34D-ABBC-B00C8681C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261"/>
            <a:ext cx="12192000" cy="577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E1DF0-9D83-A8B9-1C6A-6D63D7FF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236"/>
            <a:ext cx="12192000" cy="577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65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DFDC5-3C21-9AA7-F1B0-DFE04915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583"/>
            <a:ext cx="12192000" cy="574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1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B8A52-4549-B17C-B25C-3486D1F66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79"/>
            <a:ext cx="12192000" cy="613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18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4149B-A6A4-463D-10E3-5F624EB67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842"/>
            <a:ext cx="12192000" cy="627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3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6E1350-365F-9624-D454-5874DDD2A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039"/>
            <a:ext cx="12192000" cy="467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-600075"/>
            <a:ext cx="12182475" cy="805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61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636F84-081F-43FB-F39A-763AB8AB9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426"/>
            <a:ext cx="12192000" cy="567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2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E7978-0A92-519C-9217-9883E5553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127" y="61442"/>
            <a:ext cx="5515745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41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-452438"/>
            <a:ext cx="12049125" cy="776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2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-604838"/>
            <a:ext cx="11944350" cy="806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64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-476250"/>
            <a:ext cx="12115800" cy="7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94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390525"/>
            <a:ext cx="81629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27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752475"/>
            <a:ext cx="966787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17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-271463"/>
            <a:ext cx="7924800" cy="740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33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171575"/>
            <a:ext cx="90297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54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-76200"/>
            <a:ext cx="108966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29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-452438"/>
            <a:ext cx="8467725" cy="776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23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-604838"/>
            <a:ext cx="8858250" cy="806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8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-38100"/>
            <a:ext cx="8562975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56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-404813"/>
            <a:ext cx="9620250" cy="766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24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-485775"/>
            <a:ext cx="11991975" cy="782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79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47637"/>
            <a:ext cx="83820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18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80987"/>
            <a:ext cx="7620000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70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-571500"/>
            <a:ext cx="950595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44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" y="-381000"/>
            <a:ext cx="10658475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95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142875"/>
            <a:ext cx="9753600" cy="714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6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aftab</cp:lastModifiedBy>
  <cp:revision>16</cp:revision>
  <dcterms:created xsi:type="dcterms:W3CDTF">2026-05-15T16:50:30Z</dcterms:created>
  <dcterms:modified xsi:type="dcterms:W3CDTF">2026-05-15T18:14:26Z</dcterms:modified>
</cp:coreProperties>
</file>